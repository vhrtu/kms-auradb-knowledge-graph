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sk-S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6" autoAdjust="0"/>
    <p:restoredTop sz="94660"/>
  </p:normalViewPr>
  <p:slideViewPr>
    <p:cSldViewPr snapToGrid="0">
      <p:cViewPr varScale="1">
        <p:scale>
          <a:sx n="91" d="100"/>
          <a:sy n="91" d="100"/>
        </p:scale>
        <p:origin x="796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á sním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58AE800-45A2-874C-D9E5-B0039E8BF8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sk-SK"/>
              <a:t>Kliknutím upravte štýl predlohy nadpisu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EA002220-AF78-3E23-E606-004735F2D9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sk-SK"/>
              <a:t>Kliknutím upravte štýl predlohy podnadpisu</a:t>
            </a:r>
          </a:p>
        </p:txBody>
      </p:sp>
      <p:sp>
        <p:nvSpPr>
          <p:cNvPr id="4" name="Zástupný objekt pre dátum 3">
            <a:extLst>
              <a:ext uri="{FF2B5EF4-FFF2-40B4-BE49-F238E27FC236}">
                <a16:creationId xmlns:a16="http://schemas.microsoft.com/office/drawing/2014/main" id="{7B9461EA-E5D6-595C-401F-AA6A03F2ED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72B26F-E602-4F6C-B5D5-F31ACD320FBD}" type="datetimeFigureOut">
              <a:rPr lang="sk-SK" smtClean="0"/>
              <a:t>7. 10. 2026</a:t>
            </a:fld>
            <a:endParaRPr lang="sk-SK"/>
          </a:p>
        </p:txBody>
      </p:sp>
      <p:sp>
        <p:nvSpPr>
          <p:cNvPr id="5" name="Zástupný objekt pre pätu 4">
            <a:extLst>
              <a:ext uri="{FF2B5EF4-FFF2-40B4-BE49-F238E27FC236}">
                <a16:creationId xmlns:a16="http://schemas.microsoft.com/office/drawing/2014/main" id="{8B558138-A804-98E7-0BE1-3DDA2DDF15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Zástupný objekt pre číslo snímky 5">
            <a:extLst>
              <a:ext uri="{FF2B5EF4-FFF2-40B4-BE49-F238E27FC236}">
                <a16:creationId xmlns:a16="http://schemas.microsoft.com/office/drawing/2014/main" id="{ABCEC2EA-F394-1AEF-C4A7-C9E39ED3C9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FBCC33-F923-4CF4-9F2C-B2354CDAD67D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5211442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85EFBF3-6BF7-672B-A97B-FFF59886F6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A73A3160-4A94-86D2-15A2-D212998C2A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4" name="Zástupný objekt pre dátum 3">
            <a:extLst>
              <a:ext uri="{FF2B5EF4-FFF2-40B4-BE49-F238E27FC236}">
                <a16:creationId xmlns:a16="http://schemas.microsoft.com/office/drawing/2014/main" id="{17A55057-678F-947A-6976-F942368DF8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72B26F-E602-4F6C-B5D5-F31ACD320FBD}" type="datetimeFigureOut">
              <a:rPr lang="sk-SK" smtClean="0"/>
              <a:t>7. 10. 2026</a:t>
            </a:fld>
            <a:endParaRPr lang="sk-SK"/>
          </a:p>
        </p:txBody>
      </p:sp>
      <p:sp>
        <p:nvSpPr>
          <p:cNvPr id="5" name="Zástupný objekt pre pätu 4">
            <a:extLst>
              <a:ext uri="{FF2B5EF4-FFF2-40B4-BE49-F238E27FC236}">
                <a16:creationId xmlns:a16="http://schemas.microsoft.com/office/drawing/2014/main" id="{BB111D0A-CFC8-9365-EE0F-D952F21E76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Zástupný objekt pre číslo snímky 5">
            <a:extLst>
              <a:ext uri="{FF2B5EF4-FFF2-40B4-BE49-F238E27FC236}">
                <a16:creationId xmlns:a16="http://schemas.microsoft.com/office/drawing/2014/main" id="{7EB00516-9610-D98B-1940-107FA7DF36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FBCC33-F923-4CF4-9F2C-B2354CDAD67D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8483098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Hlavička sekc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0B22448-A731-E305-3143-4C77A76A23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sk-SK"/>
              <a:t>Kliknutím upravte štýl predlohy nadpisu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D0A14EA3-E521-43EA-FD75-F4229D2FF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4" name="Zástupný objekt pre dátum 3">
            <a:extLst>
              <a:ext uri="{FF2B5EF4-FFF2-40B4-BE49-F238E27FC236}">
                <a16:creationId xmlns:a16="http://schemas.microsoft.com/office/drawing/2014/main" id="{1DDD2660-B70C-D29B-C687-A52DC5D0BD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72B26F-E602-4F6C-B5D5-F31ACD320FBD}" type="datetimeFigureOut">
              <a:rPr lang="sk-SK" smtClean="0"/>
              <a:t>7. 10. 2026</a:t>
            </a:fld>
            <a:endParaRPr lang="sk-SK"/>
          </a:p>
        </p:txBody>
      </p:sp>
      <p:sp>
        <p:nvSpPr>
          <p:cNvPr id="5" name="Zástupný objekt pre pätu 4">
            <a:extLst>
              <a:ext uri="{FF2B5EF4-FFF2-40B4-BE49-F238E27FC236}">
                <a16:creationId xmlns:a16="http://schemas.microsoft.com/office/drawing/2014/main" id="{CF1F2888-BE1D-7E8F-BB5B-98A8BD7F4B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Zástupný objekt pre číslo snímky 5">
            <a:extLst>
              <a:ext uri="{FF2B5EF4-FFF2-40B4-BE49-F238E27FC236}">
                <a16:creationId xmlns:a16="http://schemas.microsoft.com/office/drawing/2014/main" id="{BAEDEE91-565C-04CB-4337-5B8178C6B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FBCC33-F923-4CF4-9F2C-B2354CDAD67D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3820215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CE20FBA-5AA1-43F8-FAE8-02E3EAA03B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B3568B8C-B0CC-AC2F-B0C6-77F302D0476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4" name="Zástupný objekt pre obsah 3">
            <a:extLst>
              <a:ext uri="{FF2B5EF4-FFF2-40B4-BE49-F238E27FC236}">
                <a16:creationId xmlns:a16="http://schemas.microsoft.com/office/drawing/2014/main" id="{27F11E04-B97B-8675-9028-C4AE7AE57A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5" name="Zástupný objekt pre dátum 4">
            <a:extLst>
              <a:ext uri="{FF2B5EF4-FFF2-40B4-BE49-F238E27FC236}">
                <a16:creationId xmlns:a16="http://schemas.microsoft.com/office/drawing/2014/main" id="{0EC510FD-2416-BCAF-1A8B-12CBACE3BF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72B26F-E602-4F6C-B5D5-F31ACD320FBD}" type="datetimeFigureOut">
              <a:rPr lang="sk-SK" smtClean="0"/>
              <a:t>7. 10. 2026</a:t>
            </a:fld>
            <a:endParaRPr lang="sk-SK"/>
          </a:p>
        </p:txBody>
      </p:sp>
      <p:sp>
        <p:nvSpPr>
          <p:cNvPr id="6" name="Zástupný objekt pre pätu 5">
            <a:extLst>
              <a:ext uri="{FF2B5EF4-FFF2-40B4-BE49-F238E27FC236}">
                <a16:creationId xmlns:a16="http://schemas.microsoft.com/office/drawing/2014/main" id="{2092634E-1CC9-1B0B-AC2C-E99573A731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7" name="Zástupný objekt pre číslo snímky 6">
            <a:extLst>
              <a:ext uri="{FF2B5EF4-FFF2-40B4-BE49-F238E27FC236}">
                <a16:creationId xmlns:a16="http://schemas.microsoft.com/office/drawing/2014/main" id="{5E65775B-8047-1BD2-0B75-FE948FC290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FBCC33-F923-4CF4-9F2C-B2354CDAD67D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5790499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F808082-2CA3-CC66-E7A6-28295612D6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sk-SK"/>
              <a:t>Kliknutím upravte štýl predlohy nadpisu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3DB1C768-E241-3C5A-DEC6-38128E889D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4" name="Zástupný objekt pre obsah 3">
            <a:extLst>
              <a:ext uri="{FF2B5EF4-FFF2-40B4-BE49-F238E27FC236}">
                <a16:creationId xmlns:a16="http://schemas.microsoft.com/office/drawing/2014/main" id="{A649A8FB-4756-CC37-341B-3B7CE4EDA4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5" name="Zástupný text 4">
            <a:extLst>
              <a:ext uri="{FF2B5EF4-FFF2-40B4-BE49-F238E27FC236}">
                <a16:creationId xmlns:a16="http://schemas.microsoft.com/office/drawing/2014/main" id="{D2756FF1-AC67-3387-129B-E69F9F9D080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6" name="Zástupný objekt pre obsah 5">
            <a:extLst>
              <a:ext uri="{FF2B5EF4-FFF2-40B4-BE49-F238E27FC236}">
                <a16:creationId xmlns:a16="http://schemas.microsoft.com/office/drawing/2014/main" id="{2F54F341-E307-93BC-DD5C-1CDA41766F8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7" name="Zástupný objekt pre dátum 6">
            <a:extLst>
              <a:ext uri="{FF2B5EF4-FFF2-40B4-BE49-F238E27FC236}">
                <a16:creationId xmlns:a16="http://schemas.microsoft.com/office/drawing/2014/main" id="{4F175CFE-229F-14BD-19D2-560319C60F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72B26F-E602-4F6C-B5D5-F31ACD320FBD}" type="datetimeFigureOut">
              <a:rPr lang="sk-SK" smtClean="0"/>
              <a:t>7. 10. 2026</a:t>
            </a:fld>
            <a:endParaRPr lang="sk-SK"/>
          </a:p>
        </p:txBody>
      </p:sp>
      <p:sp>
        <p:nvSpPr>
          <p:cNvPr id="8" name="Zástupný objekt pre pätu 7">
            <a:extLst>
              <a:ext uri="{FF2B5EF4-FFF2-40B4-BE49-F238E27FC236}">
                <a16:creationId xmlns:a16="http://schemas.microsoft.com/office/drawing/2014/main" id="{63E02607-DDF4-927E-13B6-D6B37DE2C9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9" name="Zástupný objekt pre číslo snímky 8">
            <a:extLst>
              <a:ext uri="{FF2B5EF4-FFF2-40B4-BE49-F238E27FC236}">
                <a16:creationId xmlns:a16="http://schemas.microsoft.com/office/drawing/2014/main" id="{9CD00D8E-39D4-6038-993C-89E1FC5BDF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FBCC33-F923-4CF4-9F2C-B2354CDAD67D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0462772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Len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FF6D850-4077-83BC-E1EC-6ABEA5927A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</a:p>
        </p:txBody>
      </p:sp>
      <p:sp>
        <p:nvSpPr>
          <p:cNvPr id="3" name="Zástupný objekt pre dátum 2">
            <a:extLst>
              <a:ext uri="{FF2B5EF4-FFF2-40B4-BE49-F238E27FC236}">
                <a16:creationId xmlns:a16="http://schemas.microsoft.com/office/drawing/2014/main" id="{A497338A-E370-60D0-FD3D-F31A698930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72B26F-E602-4F6C-B5D5-F31ACD320FBD}" type="datetimeFigureOut">
              <a:rPr lang="sk-SK" smtClean="0"/>
              <a:t>7. 10. 2026</a:t>
            </a:fld>
            <a:endParaRPr lang="sk-SK"/>
          </a:p>
        </p:txBody>
      </p:sp>
      <p:sp>
        <p:nvSpPr>
          <p:cNvPr id="4" name="Zástupný objekt pre pätu 3">
            <a:extLst>
              <a:ext uri="{FF2B5EF4-FFF2-40B4-BE49-F238E27FC236}">
                <a16:creationId xmlns:a16="http://schemas.microsoft.com/office/drawing/2014/main" id="{EDE142A4-2E15-6B0E-DA9D-0DEAC0597A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5" name="Zástupný objekt pre číslo snímky 4">
            <a:extLst>
              <a:ext uri="{FF2B5EF4-FFF2-40B4-BE49-F238E27FC236}">
                <a16:creationId xmlns:a16="http://schemas.microsoft.com/office/drawing/2014/main" id="{3EDAC8FD-57B6-534C-6FA7-6352DE738F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FBCC33-F923-4CF4-9F2C-B2354CDAD67D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4046695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jekt pre dátum 1">
            <a:extLst>
              <a:ext uri="{FF2B5EF4-FFF2-40B4-BE49-F238E27FC236}">
                <a16:creationId xmlns:a16="http://schemas.microsoft.com/office/drawing/2014/main" id="{1F26D932-C93C-026E-5FD6-B3F3F7677B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72B26F-E602-4F6C-B5D5-F31ACD320FBD}" type="datetimeFigureOut">
              <a:rPr lang="sk-SK" smtClean="0"/>
              <a:t>7. 10. 2026</a:t>
            </a:fld>
            <a:endParaRPr lang="sk-SK"/>
          </a:p>
        </p:txBody>
      </p:sp>
      <p:sp>
        <p:nvSpPr>
          <p:cNvPr id="3" name="Zástupný objekt pre pätu 2">
            <a:extLst>
              <a:ext uri="{FF2B5EF4-FFF2-40B4-BE49-F238E27FC236}">
                <a16:creationId xmlns:a16="http://schemas.microsoft.com/office/drawing/2014/main" id="{3E54B430-D096-48A9-C7E1-79021AFB3E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id="{6B2E5C6E-D645-3D86-5D5D-BC231F340F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FBCC33-F923-4CF4-9F2C-B2354CDAD67D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3979590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p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0541130-4C10-23F4-1A5C-351BA613C9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k-SK"/>
              <a:t>Kliknutím upravte štýl predlohy nadpisu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E6B0C795-FC16-765D-F10A-76DB7032E5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2B1D5F3D-F4AC-6A8B-BFFD-E4818A9128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5" name="Zástupný objekt pre dátum 4">
            <a:extLst>
              <a:ext uri="{FF2B5EF4-FFF2-40B4-BE49-F238E27FC236}">
                <a16:creationId xmlns:a16="http://schemas.microsoft.com/office/drawing/2014/main" id="{0578C820-7653-1E96-CF6D-81B3299924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72B26F-E602-4F6C-B5D5-F31ACD320FBD}" type="datetimeFigureOut">
              <a:rPr lang="sk-SK" smtClean="0"/>
              <a:t>7. 10. 2026</a:t>
            </a:fld>
            <a:endParaRPr lang="sk-SK"/>
          </a:p>
        </p:txBody>
      </p:sp>
      <p:sp>
        <p:nvSpPr>
          <p:cNvPr id="6" name="Zástupný objekt pre pätu 5">
            <a:extLst>
              <a:ext uri="{FF2B5EF4-FFF2-40B4-BE49-F238E27FC236}">
                <a16:creationId xmlns:a16="http://schemas.microsoft.com/office/drawing/2014/main" id="{8688AC23-BF12-D160-9D29-30476A6721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7" name="Zástupný objekt pre číslo snímky 6">
            <a:extLst>
              <a:ext uri="{FF2B5EF4-FFF2-40B4-BE49-F238E27FC236}">
                <a16:creationId xmlns:a16="http://schemas.microsoft.com/office/drawing/2014/main" id="{AE5789C8-68CD-90DE-56B9-556592E6D0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FBCC33-F923-4CF4-9F2C-B2354CDAD67D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125107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ok s p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54F2F8A-D0B4-FFA8-1C7B-2B1FF11A05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k-SK"/>
              <a:t>Kliknutím upravte štýl predlohy nadpisu</a:t>
            </a:r>
          </a:p>
        </p:txBody>
      </p:sp>
      <p:sp>
        <p:nvSpPr>
          <p:cNvPr id="3" name="Zástupný objekt pre obrázok 2">
            <a:extLst>
              <a:ext uri="{FF2B5EF4-FFF2-40B4-BE49-F238E27FC236}">
                <a16:creationId xmlns:a16="http://schemas.microsoft.com/office/drawing/2014/main" id="{50BAC5A5-46C9-365C-D70C-14E5F04396FA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sk-SK"/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8A2800FC-66A1-8222-724F-C4F8AFEAF2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5" name="Zástupný objekt pre dátum 4">
            <a:extLst>
              <a:ext uri="{FF2B5EF4-FFF2-40B4-BE49-F238E27FC236}">
                <a16:creationId xmlns:a16="http://schemas.microsoft.com/office/drawing/2014/main" id="{D366D94F-0A6B-FB9C-1AA6-F1C4A91439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72B26F-E602-4F6C-B5D5-F31ACD320FBD}" type="datetimeFigureOut">
              <a:rPr lang="sk-SK" smtClean="0"/>
              <a:t>7. 10. 2026</a:t>
            </a:fld>
            <a:endParaRPr lang="sk-SK"/>
          </a:p>
        </p:txBody>
      </p:sp>
      <p:sp>
        <p:nvSpPr>
          <p:cNvPr id="6" name="Zástupný objekt pre pätu 5">
            <a:extLst>
              <a:ext uri="{FF2B5EF4-FFF2-40B4-BE49-F238E27FC236}">
                <a16:creationId xmlns:a16="http://schemas.microsoft.com/office/drawing/2014/main" id="{6F9EF731-8A40-2202-97C5-01C50C4AA4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7" name="Zástupný objekt pre číslo snímky 6">
            <a:extLst>
              <a:ext uri="{FF2B5EF4-FFF2-40B4-BE49-F238E27FC236}">
                <a16:creationId xmlns:a16="http://schemas.microsoft.com/office/drawing/2014/main" id="{63821CB2-1E43-F684-FAC7-CEA524E768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FBCC33-F923-4CF4-9F2C-B2354CDAD67D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7951260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z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D59985A-8F22-7D87-8737-D8C0267821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</a:p>
        </p:txBody>
      </p:sp>
      <p:sp>
        <p:nvSpPr>
          <p:cNvPr id="3" name="Zástupný zvislý text 2">
            <a:extLst>
              <a:ext uri="{FF2B5EF4-FFF2-40B4-BE49-F238E27FC236}">
                <a16:creationId xmlns:a16="http://schemas.microsoft.com/office/drawing/2014/main" id="{79C6321B-0CF3-2825-BECF-BDDFF181C8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4" name="Zástupný objekt pre dátum 3">
            <a:extLst>
              <a:ext uri="{FF2B5EF4-FFF2-40B4-BE49-F238E27FC236}">
                <a16:creationId xmlns:a16="http://schemas.microsoft.com/office/drawing/2014/main" id="{05C027EC-D811-80AF-7D2B-54F4AA81AA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72B26F-E602-4F6C-B5D5-F31ACD320FBD}" type="datetimeFigureOut">
              <a:rPr lang="sk-SK" smtClean="0"/>
              <a:t>7. 10. 2026</a:t>
            </a:fld>
            <a:endParaRPr lang="sk-SK"/>
          </a:p>
        </p:txBody>
      </p:sp>
      <p:sp>
        <p:nvSpPr>
          <p:cNvPr id="5" name="Zástupný objekt pre pätu 4">
            <a:extLst>
              <a:ext uri="{FF2B5EF4-FFF2-40B4-BE49-F238E27FC236}">
                <a16:creationId xmlns:a16="http://schemas.microsoft.com/office/drawing/2014/main" id="{2DADD58C-81A5-463E-6A0A-646C97F817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Zástupný objekt pre číslo snímky 5">
            <a:extLst>
              <a:ext uri="{FF2B5EF4-FFF2-40B4-BE49-F238E27FC236}">
                <a16:creationId xmlns:a16="http://schemas.microsoft.com/office/drawing/2014/main" id="{D0637030-6031-763C-8E8E-3794760A24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FBCC33-F923-4CF4-9F2C-B2354CDAD67D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7157778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Z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vislý nadpis 1">
            <a:extLst>
              <a:ext uri="{FF2B5EF4-FFF2-40B4-BE49-F238E27FC236}">
                <a16:creationId xmlns:a16="http://schemas.microsoft.com/office/drawing/2014/main" id="{948D38EF-5EB9-5A77-DD04-0261362D7DF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sk-SK"/>
              <a:t>Kliknutím upravte štýl predlohy nadpisu</a:t>
            </a:r>
          </a:p>
        </p:txBody>
      </p:sp>
      <p:sp>
        <p:nvSpPr>
          <p:cNvPr id="3" name="Zástupný zvislý text 2">
            <a:extLst>
              <a:ext uri="{FF2B5EF4-FFF2-40B4-BE49-F238E27FC236}">
                <a16:creationId xmlns:a16="http://schemas.microsoft.com/office/drawing/2014/main" id="{C6C44072-0FAC-5A11-B65C-FFBE78AF8C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4" name="Zástupný objekt pre dátum 3">
            <a:extLst>
              <a:ext uri="{FF2B5EF4-FFF2-40B4-BE49-F238E27FC236}">
                <a16:creationId xmlns:a16="http://schemas.microsoft.com/office/drawing/2014/main" id="{AFE222F2-CAD3-AB5B-19B2-13CE9D48EE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72B26F-E602-4F6C-B5D5-F31ACD320FBD}" type="datetimeFigureOut">
              <a:rPr lang="sk-SK" smtClean="0"/>
              <a:t>7. 10. 2026</a:t>
            </a:fld>
            <a:endParaRPr lang="sk-SK"/>
          </a:p>
        </p:txBody>
      </p:sp>
      <p:sp>
        <p:nvSpPr>
          <p:cNvPr id="5" name="Zástupný objekt pre pätu 4">
            <a:extLst>
              <a:ext uri="{FF2B5EF4-FFF2-40B4-BE49-F238E27FC236}">
                <a16:creationId xmlns:a16="http://schemas.microsoft.com/office/drawing/2014/main" id="{6A245529-6D18-7887-63BD-2C74251D5F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Zástupný objekt pre číslo snímky 5">
            <a:extLst>
              <a:ext uri="{FF2B5EF4-FFF2-40B4-BE49-F238E27FC236}">
                <a16:creationId xmlns:a16="http://schemas.microsoft.com/office/drawing/2014/main" id="{A8E2B6C0-A9F9-8DF6-A0C3-0E92A1703A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FBCC33-F923-4CF4-9F2C-B2354CDAD67D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9016887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jekt pre nadpis 1">
            <a:extLst>
              <a:ext uri="{FF2B5EF4-FFF2-40B4-BE49-F238E27FC236}">
                <a16:creationId xmlns:a16="http://schemas.microsoft.com/office/drawing/2014/main" id="{92397E43-4871-BBD9-D57C-82B1FA0F3F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sk-SK"/>
              <a:t>Kliknutím upravte štýl predlohy nadpisu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33EFD08D-0E87-2C57-82F6-51ED9AE3D5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4" name="Zástupný objekt pre dátum 3">
            <a:extLst>
              <a:ext uri="{FF2B5EF4-FFF2-40B4-BE49-F238E27FC236}">
                <a16:creationId xmlns:a16="http://schemas.microsoft.com/office/drawing/2014/main" id="{DDFBAA66-E027-7E33-ECE0-E1F012844D7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B72B26F-E602-4F6C-B5D5-F31ACD320FBD}" type="datetimeFigureOut">
              <a:rPr lang="sk-SK" smtClean="0"/>
              <a:t>7. 10. 2026</a:t>
            </a:fld>
            <a:endParaRPr lang="sk-SK"/>
          </a:p>
        </p:txBody>
      </p:sp>
      <p:sp>
        <p:nvSpPr>
          <p:cNvPr id="5" name="Zástupný objekt pre pätu 4">
            <a:extLst>
              <a:ext uri="{FF2B5EF4-FFF2-40B4-BE49-F238E27FC236}">
                <a16:creationId xmlns:a16="http://schemas.microsoft.com/office/drawing/2014/main" id="{3EA87144-E3CB-329D-B647-88381E24BCB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sk-SK"/>
          </a:p>
        </p:txBody>
      </p:sp>
      <p:sp>
        <p:nvSpPr>
          <p:cNvPr id="6" name="Zástupný objekt pre číslo snímky 5">
            <a:extLst>
              <a:ext uri="{FF2B5EF4-FFF2-40B4-BE49-F238E27FC236}">
                <a16:creationId xmlns:a16="http://schemas.microsoft.com/office/drawing/2014/main" id="{645B7B1E-AAC8-1DE4-B602-B3653AFAEB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FBCC33-F923-4CF4-9F2C-B2354CDAD67D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9032825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k-S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8ADF72C-12A3-75C9-95B3-F2D8A600506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br>
              <a:rPr lang="sk-SK" dirty="0"/>
            </a:br>
            <a:r>
              <a:rPr lang="sk-SK" b="1" dirty="0" err="1"/>
              <a:t>AuraDB</a:t>
            </a:r>
            <a:r>
              <a:rPr lang="sk-SK" b="1" dirty="0"/>
              <a:t> </a:t>
            </a:r>
            <a:r>
              <a:rPr lang="sk-SK" b="1" dirty="0" err="1"/>
              <a:t>Knowledge</a:t>
            </a:r>
            <a:r>
              <a:rPr lang="sk-SK" b="1" dirty="0"/>
              <a:t> </a:t>
            </a:r>
            <a:r>
              <a:rPr lang="sk-SK" b="1" dirty="0" err="1"/>
              <a:t>Graph</a:t>
            </a:r>
            <a:r>
              <a:rPr lang="sk-SK" b="1" dirty="0"/>
              <a:t> </a:t>
            </a:r>
            <a:r>
              <a:rPr lang="sk-SK" b="1" dirty="0" err="1"/>
              <a:t>Creation</a:t>
            </a:r>
            <a:endParaRPr lang="sk-SK" dirty="0"/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8E6E4FAD-3C1C-7058-7ECC-E03E7F9959A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sk-SK" dirty="0"/>
              <a:t>Viliam Horák</a:t>
            </a:r>
          </a:p>
        </p:txBody>
      </p:sp>
    </p:spTree>
    <p:extLst>
      <p:ext uri="{BB962C8B-B14F-4D97-AF65-F5344CB8AC3E}">
        <p14:creationId xmlns:p14="http://schemas.microsoft.com/office/powerpoint/2010/main" val="11114297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Zástupný objekt pre obsah 4">
            <a:extLst>
              <a:ext uri="{FF2B5EF4-FFF2-40B4-BE49-F238E27FC236}">
                <a16:creationId xmlns:a16="http://schemas.microsoft.com/office/drawing/2014/main" id="{FBBD85E7-DB31-3390-AA00-F7636062C28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9408" y="427809"/>
            <a:ext cx="6833184" cy="4507287"/>
          </a:xfrm>
          <a:prstGeom prst="rect">
            <a:avLst/>
          </a:prstGeom>
        </p:spPr>
      </p:pic>
      <p:sp>
        <p:nvSpPr>
          <p:cNvPr id="6" name="BlokTextu 5">
            <a:extLst>
              <a:ext uri="{FF2B5EF4-FFF2-40B4-BE49-F238E27FC236}">
                <a16:creationId xmlns:a16="http://schemas.microsoft.com/office/drawing/2014/main" id="{0E001839-6A89-C5C1-12C8-7F7684A0B288}"/>
              </a:ext>
            </a:extLst>
          </p:cNvPr>
          <p:cNvSpPr txBox="1"/>
          <p:nvPr/>
        </p:nvSpPr>
        <p:spPr>
          <a:xfrm>
            <a:off x="926615" y="5451499"/>
            <a:ext cx="103387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The graph database schema in the Data Importer tool displays the defined nodes and relationships. Green markers confirm the successful and complete import of data into the system.</a:t>
            </a:r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38977230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Zástupný objekt pre obsah 4">
            <a:extLst>
              <a:ext uri="{FF2B5EF4-FFF2-40B4-BE49-F238E27FC236}">
                <a16:creationId xmlns:a16="http://schemas.microsoft.com/office/drawing/2014/main" id="{D8631458-1CB0-32CE-9838-3C220197E55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9310" y="569198"/>
            <a:ext cx="7753380" cy="4351338"/>
          </a:xfrm>
          <a:prstGeom prst="rect">
            <a:avLst/>
          </a:prstGeom>
        </p:spPr>
      </p:pic>
      <p:sp>
        <p:nvSpPr>
          <p:cNvPr id="7" name="BlokTextu 6">
            <a:extLst>
              <a:ext uri="{FF2B5EF4-FFF2-40B4-BE49-F238E27FC236}">
                <a16:creationId xmlns:a16="http://schemas.microsoft.com/office/drawing/2014/main" id="{D09E2624-DFA5-E608-4241-51D0913D2A7E}"/>
              </a:ext>
            </a:extLst>
          </p:cNvPr>
          <p:cNvSpPr txBox="1"/>
          <p:nvPr/>
        </p:nvSpPr>
        <p:spPr>
          <a:xfrm>
            <a:off x="926615" y="5451499"/>
            <a:ext cx="103387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The tabular query result displays the first 10 courses for the Business Informatics study program. The data is obtained by linking nodes via the HAS_COURSE relationship.</a:t>
            </a:r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29922886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Zástupný objekt pre obsah 4">
            <a:extLst>
              <a:ext uri="{FF2B5EF4-FFF2-40B4-BE49-F238E27FC236}">
                <a16:creationId xmlns:a16="http://schemas.microsoft.com/office/drawing/2014/main" id="{53ADFCAB-C97C-998D-E4D4-E3D5CF62481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5739" y="884196"/>
            <a:ext cx="10160522" cy="3791145"/>
          </a:xfrm>
          <a:prstGeom prst="rect">
            <a:avLst/>
          </a:prstGeom>
        </p:spPr>
      </p:pic>
      <p:sp>
        <p:nvSpPr>
          <p:cNvPr id="7" name="BlokTextu 6">
            <a:extLst>
              <a:ext uri="{FF2B5EF4-FFF2-40B4-BE49-F238E27FC236}">
                <a16:creationId xmlns:a16="http://schemas.microsoft.com/office/drawing/2014/main" id="{9CE5E364-8ADC-850B-9A51-F1EA6EC9A465}"/>
              </a:ext>
            </a:extLst>
          </p:cNvPr>
          <p:cNvSpPr txBox="1"/>
          <p:nvPr/>
        </p:nvSpPr>
        <p:spPr>
          <a:xfrm>
            <a:off x="926615" y="5214174"/>
            <a:ext cx="103387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The table lists specific topics for the Advanced Data Technologies course. The results are arranged chronologically according to their designated order.</a:t>
            </a:r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3620048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Zástupný objekt pre obsah 4">
            <a:extLst>
              <a:ext uri="{FF2B5EF4-FFF2-40B4-BE49-F238E27FC236}">
                <a16:creationId xmlns:a16="http://schemas.microsoft.com/office/drawing/2014/main" id="{AD866C09-1B9F-F5FC-D223-BC6491B32BC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914" y="1187304"/>
            <a:ext cx="10154172" cy="2654436"/>
          </a:xfrm>
          <a:prstGeom prst="rect">
            <a:avLst/>
          </a:prstGeom>
        </p:spPr>
      </p:pic>
      <p:sp>
        <p:nvSpPr>
          <p:cNvPr id="7" name="BlokTextu 6">
            <a:extLst>
              <a:ext uri="{FF2B5EF4-FFF2-40B4-BE49-F238E27FC236}">
                <a16:creationId xmlns:a16="http://schemas.microsoft.com/office/drawing/2014/main" id="{E8F2A87D-2919-F8FF-0BFC-F8D47453BC93}"/>
              </a:ext>
            </a:extLst>
          </p:cNvPr>
          <p:cNvSpPr txBox="1"/>
          <p:nvPr/>
        </p:nvSpPr>
        <p:spPr>
          <a:xfrm>
            <a:off x="1174120" y="4344170"/>
            <a:ext cx="984375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An aggregate query calculated the total number of courses in the individual study programs. The result shows 29 courses for the Business Informatics program and 50 for Digital Humanities.</a:t>
            </a:r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32166166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Zástupný objekt pre obsah 4">
            <a:extLst>
              <a:ext uri="{FF2B5EF4-FFF2-40B4-BE49-F238E27FC236}">
                <a16:creationId xmlns:a16="http://schemas.microsoft.com/office/drawing/2014/main" id="{006C7EB6-E9DC-63F8-85CE-69E0E6E6E81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7953" y="548256"/>
            <a:ext cx="7476093" cy="4351338"/>
          </a:xfrm>
          <a:prstGeom prst="rect">
            <a:avLst/>
          </a:prstGeom>
        </p:spPr>
      </p:pic>
      <p:sp>
        <p:nvSpPr>
          <p:cNvPr id="7" name="BlokTextu 6">
            <a:extLst>
              <a:ext uri="{FF2B5EF4-FFF2-40B4-BE49-F238E27FC236}">
                <a16:creationId xmlns:a16="http://schemas.microsoft.com/office/drawing/2014/main" id="{006B01B4-21C6-70F6-E1A6-C3C1F6B44425}"/>
              </a:ext>
            </a:extLst>
          </p:cNvPr>
          <p:cNvSpPr txBox="1"/>
          <p:nvPr/>
        </p:nvSpPr>
        <p:spPr>
          <a:xfrm>
            <a:off x="1257882" y="5272531"/>
            <a:ext cx="984375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A visual graph representation of the connections for the Enterprise Architecture course. It displays the course node itself, linked to its study program and five learning outcomes.</a:t>
            </a:r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3096254524"/>
      </p:ext>
    </p:extLst>
  </p:cSld>
  <p:clrMapOvr>
    <a:masterClrMapping/>
  </p:clrMapOvr>
</p:sld>
</file>

<file path=ppt/theme/theme1.xml><?xml version="1.0" encoding="utf-8"?>
<a:theme xmlns:a="http://schemas.openxmlformats.org/drawingml/2006/main" name="Motív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151</Words>
  <Application>Microsoft Office PowerPoint</Application>
  <PresentationFormat>Širokouhlá</PresentationFormat>
  <Paragraphs>7</Paragraphs>
  <Slides>6</Slides>
  <Notes>0</Notes>
  <HiddenSlides>0</HiddenSlides>
  <MMClips>0</MMClips>
  <ScaleCrop>false</ScaleCrop>
  <HeadingPairs>
    <vt:vector size="6" baseType="variant">
      <vt:variant>
        <vt:lpstr>Použité písma</vt:lpstr>
      </vt:variant>
      <vt:variant>
        <vt:i4>3</vt:i4>
      </vt:variant>
      <vt:variant>
        <vt:lpstr>Motív</vt:lpstr>
      </vt:variant>
      <vt:variant>
        <vt:i4>1</vt:i4>
      </vt:variant>
      <vt:variant>
        <vt:lpstr>Nadpisy snímok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Motív Office</vt:lpstr>
      <vt:lpstr> AuraDB Knowledge Graph Creation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Viliam Horák</dc:creator>
  <cp:lastModifiedBy>Viliam Horák</cp:lastModifiedBy>
  <cp:revision>1</cp:revision>
  <dcterms:created xsi:type="dcterms:W3CDTF">2026-10-07T09:08:29Z</dcterms:created>
  <dcterms:modified xsi:type="dcterms:W3CDTF">2026-10-07T09:16:19Z</dcterms:modified>
</cp:coreProperties>
</file>